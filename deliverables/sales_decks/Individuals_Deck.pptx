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32720" y="640080"/>
            <a:ext cx="1463040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20" y="786384"/>
            <a:ext cx="822960" cy="36576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32720" y="877824"/>
            <a:ext cx="365760" cy="36576"/>
          </a:xfrm>
          <a:prstGeom prst="rect">
            <a:avLst/>
          </a:prstGeom>
          <a:solidFill>
            <a:srgbClr val="6A7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26771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ROSTER INTELLIGENCE  ·  SINGLE ROSTER EDITION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Stop guessing.</a:t>
            </a:r>
          </a:p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Start winning your matches.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1772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A professional-grade roster, stats and prep workspace —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built for the player who takes the game seriously.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669280"/>
            <a:ext cx="3291840" cy="411480"/>
          </a:xfrm>
          <a:prstGeom prst="roundRect">
            <a:avLst/>
          </a:prstGeom>
          <a:noFill/>
          <a:ln w="12700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687568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INDIVIDUALS  ·  SINGLE ROSTER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Confidential sales material   ·   Built for esports orgs, coaches &amp; competitive players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01  ·  WHAT THIS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Your personal command center for one competitive roster.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Everything you need to track performance, prepare for opponents and improve — in one place.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365760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One Roster, Fully Owned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690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Your players, your matches, your stats, your scouting notes. Private to you, organized like a pro team would.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743200"/>
            <a:ext cx="365760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091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Real Match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0690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Log results, drafts, maps, heroes/agents and KDA — and watch trends emerge automatically as you play.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743200"/>
            <a:ext cx="3383280" cy="32918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6576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Pre-Match Prep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069080"/>
            <a:ext cx="2834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Scout opponents, study past meetups, and walk into your next match knowing exactly what works.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02  ·  WHY ONE ROSTER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Most players lose matches before they start.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Memory, group chats and screenshots don't scale past a few weeks of competitive play.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You forget which comps actually work for your line-up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You can't see your real win-rate by map, mode or opponent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Scouting an opponent means scrolling through Discord history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Improvement feels invisible — there's nothing to point 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43200"/>
            <a:ext cx="246888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743200"/>
            <a:ext cx="73152" cy="155448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30175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886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of amateur players can't recall their last 5 drafts accurately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2743200"/>
            <a:ext cx="246888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35440" y="274320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30175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2.4×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3886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improvement rate when prep is structured vs. ad-hoc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434840"/>
            <a:ext cx="512064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4434840"/>
            <a:ext cx="73152" cy="15544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47091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1 roster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577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is all it takes to start playing like an organized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03  ·  WHAT YOU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One roster. Eight workspaces. Zero spreadsheets.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Roster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Players, roles, contact, status.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EVT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Tournaments, scrims, VOD reviews.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7432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MTH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Matches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Full results with maps and modes.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7432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OPP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Opponents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Linked head-to-head history.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5720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" y="48463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HRO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Heroes /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Pick-rates, win-rates, comps.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45720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657600" y="48463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MAP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Maps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Side, mode and map performance.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720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92240" y="48463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DFT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Draft / B&amp;P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What you ban, pick and beat.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52560" y="4572000"/>
            <a:ext cx="2697480" cy="1691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326880" y="48463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STA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Stats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Personal &amp; team trends over time.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04  ·  FEATURES INCLUDED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Everything below ships with a single roster — no add-ons, no upsells.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Roster &amp;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Add players, set roles, track availability for every event.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74320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74320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Match logging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461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Capture maps, modes, score, result and notes in under 60 seconds.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74320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74320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Opponent profiles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2461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Link every match to an opponent and see your true H2H history.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77639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77639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14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Hero / agent stats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80559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Pick-rate, win-rate and synergy across your last N matches.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977639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977639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114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Map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80559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Side win-rate, attack vs. defense, mode-by-mode performance.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3977639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977639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4114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Draft / B&amp;P insights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480559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What gets banned, what wins, what loses — over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21208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21208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49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Player comparisons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Stack two players head-to-head on any metric.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521208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43400" y="521208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5349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Filters &amp; timeframes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7150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Slice by event, opponent, patch, map or window.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8160" y="5212080"/>
            <a:ext cx="36576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38160" y="5212080"/>
            <a:ext cx="54864" cy="10972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60" y="5349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Dark / light themes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57150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Built for late-night prep sessions and bright cafés alike.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05  ·  PERFORMANCE &amp; PREP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From 'we'll figure it out' to 'we've prepared for this'.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6858000" cy="3383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ECF5"/>
                </a:solidFill>
                <a:latin typeface="Inter"/>
              </a:rPr>
              <a:t>Match win-rate by preparation depth (illustrative)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9359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No prep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373532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40" y="3735324"/>
            <a:ext cx="1536192" cy="164592"/>
          </a:xfrm>
          <a:prstGeom prst="rect">
            <a:avLst/>
          </a:prstGeom>
          <a:solidFill>
            <a:srgbClr val="EF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59359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8795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Quick scout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432968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40" y="4329684"/>
            <a:ext cx="1975104" cy="164592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18795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8231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Structured prep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492404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4924044"/>
            <a:ext cx="2450592" cy="16459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78231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Platform prep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5518404"/>
            <a:ext cx="3657600" cy="164592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34640" y="5518404"/>
            <a:ext cx="2852928" cy="16459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537667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78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2743200"/>
            <a:ext cx="4114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Walk into matches with a plan, not a vibe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Identify your weakest map and fix it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Spot the comps your opponent loses to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Catch your own bad habits before they cost you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Build a season narrative you can actually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06  ·  HOW IT LOOKS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Built like a pro tool. Designed to be readable in a war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73152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697480"/>
            <a:ext cx="7315200" cy="292608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788920"/>
            <a:ext cx="118872" cy="118872"/>
          </a:xfrm>
          <a:prstGeom prst="ellipse">
            <a:avLst/>
          </a:prstGeom>
          <a:solidFill>
            <a:srgbClr val="EF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2788920"/>
            <a:ext cx="118872" cy="118872"/>
          </a:xfrm>
          <a:prstGeom prst="ellipse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6696" y="2788920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" y="3044952"/>
            <a:ext cx="7205472" cy="3255264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ashboard_users_1771832454665_7205472x3255264_1771832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3044952"/>
            <a:ext cx="7205472" cy="32552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Dashboard  ·  live product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743200"/>
            <a:ext cx="3657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Dark, premium UI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Information-dense without being noisy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Keyboard-friendly entry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Fast filters across every view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FA8E0"/>
                </a:solidFill>
                <a:latin typeface="Inter"/>
              </a:rPr>
              <a:t>▸  </a:t>
            </a:r>
            <a:r>
              <a:rPr sz="1200">
                <a:solidFill>
                  <a:srgbClr val="E7ECF5"/>
                </a:solidFill>
                <a:latin typeface="Inter"/>
              </a:rPr>
              <a:t>Mobile-friendly for live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07  · 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Four steps from sign-up to your first informed match.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256032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Create roster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Add your players, set roles and your competitive game.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743200"/>
            <a:ext cx="256032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Log matches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Drop in results, maps, drafts and notes as you play.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6188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743200"/>
            <a:ext cx="2560320" cy="73152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Review insights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Trends, comps and matchup data appear automatically.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96528" y="4320540"/>
            <a:ext cx="237744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2743200"/>
            <a:ext cx="256032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60" y="2743200"/>
            <a:ext cx="2560320" cy="73152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FA8E0"/>
                </a:solidFill>
                <a:latin typeface="Inter"/>
              </a:rPr>
              <a:t>STEP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Prep &amp; repeat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Use the data to plan your next match and tighten the loop.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08  ·  EXAMPLE 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A solo competitive player preparing for an online cup.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C0"/>
                </a:solidFill>
                <a:latin typeface="Inter"/>
              </a:rPr>
              <a:t>Two weeks of prep. One roster. A measurable outcome.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Day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27432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27432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Sets up roster, imports last 10 scrim results.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290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Day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34290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34290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Identifies a 31% win-rate on Mode X — flags it for practice.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148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1148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Day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41148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41148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Scouts cup opponents — spots a recurring ban pattern.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006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8006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Day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48006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48006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Drafts three counter-comps in the planner.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486400"/>
            <a:ext cx="1371600" cy="54864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486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A8E0"/>
                </a:solidFill>
                <a:latin typeface="Inter"/>
              </a:rPr>
              <a:t>Cup day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5486400"/>
            <a:ext cx="9601200" cy="54864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54864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7ECF5"/>
                </a:solidFill>
                <a:latin typeface="Inter"/>
              </a:rPr>
              <a:t>Wins 4 / 5 best-of-threes. 2 of them on Mode X.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09  ·  PRICING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One roster. One simple price. Built to pay for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576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Single Roster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Best for solo competitive 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7ECF5"/>
                </a:solidFill>
                <a:latin typeface="Inter"/>
              </a:rPr>
              <a:t>$ —  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edit price in Canva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060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1 roster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All features included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Unlimited matches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Cancel anytime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743200"/>
            <a:ext cx="3657600" cy="3657600"/>
          </a:xfrm>
          <a:prstGeom prst="rect">
            <a:avLst/>
          </a:prstGeom>
          <a:solidFill>
            <a:srgbClr val="1E2C4A"/>
          </a:solidFill>
          <a:ln w="19050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2542032"/>
            <a:ext cx="1280160" cy="27432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5420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Inter"/>
              </a:rPr>
              <a:t>MOST POPULAR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Single Roster + Coach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For player-coach duos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8862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FA8E0"/>
                </a:solidFill>
                <a:latin typeface="Inter"/>
              </a:rPr>
              <a:t>$ —  /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edit price in Canva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80060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Everything in Single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Shared access for 1 coach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Notes &amp; VOD links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Priority email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743200"/>
            <a:ext cx="3657600" cy="36576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9260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7ECF5"/>
                </a:solidFill>
                <a:latin typeface="Inter"/>
              </a:rPr>
              <a:t>Season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Pay for the season, not the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8862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7ECF5"/>
                </a:solidFill>
                <a:latin typeface="Inter"/>
              </a:rPr>
              <a:t>$ —  / 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edit price in Canva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800600"/>
            <a:ext cx="31089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Everything in Single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12-month access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Locked-in pricing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1FA8E0"/>
                </a:solidFill>
                <a:latin typeface="Inter"/>
              </a:rPr>
              <a:t>▸  </a:t>
            </a:r>
            <a:r>
              <a:rPr sz="1000">
                <a:solidFill>
                  <a:srgbClr val="E7ECF5"/>
                </a:solidFill>
                <a:latin typeface="Inter"/>
              </a:rPr>
              <a:t>Roster archive included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10  ·  MANUAL VS.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What changes when you stop using spreadsheets and notes apps.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6720" y="27432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388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ECF5"/>
                </a:solidFill>
                <a:latin typeface="Inter"/>
              </a:rPr>
              <a:t>Spreadsheets / Notes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4800" y="2743200"/>
            <a:ext cx="3688080" cy="563880"/>
          </a:xfrm>
          <a:prstGeom prst="rect">
            <a:avLst/>
          </a:prstGeom>
          <a:solidFill>
            <a:srgbClr val="1FA8E0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196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Single Roster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0708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Match history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36720" y="330708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388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Manual entry, often forgotten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800" y="330708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196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Logged in under a minute, searchable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7096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Opponent scouting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6720" y="387096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388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Scrolling old chats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4800" y="387096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196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Linked H2H profiles auto-built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Hero / map insights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36720" y="443484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388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Calculated by hand (rarely)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443484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6196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Win-rate, pick-rate ready instantly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9872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Draft analysis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6720" y="4998720"/>
            <a:ext cx="3688080" cy="563880"/>
          </a:xfrm>
          <a:prstGeom prst="rect">
            <a:avLst/>
          </a:prstGeom>
          <a:solidFill>
            <a:srgbClr val="0F172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388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Effectively impossible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24800" y="499872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6196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Bans, picks and counters over time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56260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7ECF5"/>
                </a:solidFill>
                <a:latin typeface="Inter"/>
              </a:rPr>
              <a:t>Sharing with coach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36720" y="5562600"/>
            <a:ext cx="3688080" cy="5638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388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Screenshots in Discord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4800" y="5562600"/>
            <a:ext cx="3688080" cy="563880"/>
          </a:xfrm>
          <a:prstGeom prst="rect">
            <a:avLst/>
          </a:prstGeom>
          <a:solidFill>
            <a:srgbClr val="1E2C4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196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Clean read-only view (with add-on)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11  ·  FAQ &amp; OBJECTIONS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The honest answers to what most buyers ask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Is one roster really enough for me?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Yes — if you only play one game competitively with one line-up, one roster covers everything.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743200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880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Do I need to be on a team?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2461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No. Many users are solo competitive players using the roster as their personal record.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1479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Will it work for my game?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055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If your game has matches, maps/modes and characters/heroes, the templates already fit.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977639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1479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Can I export my data later?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48055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Yes. Your data stays yours; export is supported.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12080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49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What if I outgrow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You can upgrade to the Organizations plan and bring all your data with you.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5212080"/>
            <a:ext cx="5486400" cy="10972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349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A8E0"/>
                </a:solidFill>
                <a:latin typeface="Inter"/>
              </a:rPr>
              <a:t>How long until I see value?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7150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AA6C0"/>
                </a:solidFill>
                <a:latin typeface="Inter"/>
              </a:rPr>
              <a:t>Most users get useful insights after logging 8–10 matches — usually within the first week.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12  ·  WHY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Every match you play unprepared is data you'll never get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Your competition is already tracking — quietly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Patches change the meta faster than memory can keep up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Off-season is the cheapest time to build the habit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1FA8E0"/>
                </a:solidFill>
                <a:latin typeface="Inter"/>
              </a:rPr>
              <a:t>▸  </a:t>
            </a:r>
            <a:r>
              <a:rPr sz="1500">
                <a:solidFill>
                  <a:srgbClr val="E7ECF5"/>
                </a:solidFill>
                <a:latin typeface="Inter"/>
              </a:rPr>
              <a:t>You don't need a team to play like 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74320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79" y="2743200"/>
            <a:ext cx="73152" cy="155448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9" y="301752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&lt; 1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9" y="38862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to log a match in the 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4434840"/>
            <a:ext cx="3657600" cy="155448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4434840"/>
            <a:ext cx="73152" cy="155448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47091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8–10 games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5577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until insights become actionable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FA8E0"/>
                </a:solidFill>
                <a:latin typeface="Inter"/>
              </a:rPr>
              <a:t>13  ·  ZERO-RISK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7ECF5"/>
                </a:solidFill>
                <a:latin typeface="Inter"/>
              </a:rPr>
              <a:t>We make it easy to try, easy to stay, easy to leave.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Cancel anytime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No long-term contracts or hidden fees.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743200"/>
            <a:ext cx="269748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Your data is yours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Export anytime in standard formats.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743200"/>
            <a:ext cx="269748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Migrate up later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Move to Organizations plan with no data loss.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743200"/>
            <a:ext cx="2697480" cy="3200400"/>
          </a:xfrm>
          <a:prstGeom prst="rect">
            <a:avLst/>
          </a:prstGeom>
          <a:solidFill>
            <a:srgbClr val="16213A"/>
          </a:solidFill>
          <a:ln w="9525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0E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7ECF5"/>
                </a:solidFill>
                <a:latin typeface="Inter"/>
              </a:rPr>
              <a:t>Live support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A6C0"/>
                </a:solidFill>
                <a:latin typeface="Inter"/>
              </a:rPr>
              <a:t>Real humans answer real questions.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Roster Intelligence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A7895"/>
                </a:solidFill>
                <a:latin typeface="Inter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176272"/>
            <a:ext cx="256032" cy="36576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2103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26D55"/>
                </a:solidFill>
                <a:latin typeface="Inter"/>
              </a:rPr>
              <a:t>TAKE THE NEXT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Buy one roster.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Start playing like a team of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26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6C0"/>
                </a:solidFill>
                <a:latin typeface="Inter"/>
              </a:rPr>
              <a:t>Sign up, set up your roster in under five minutes,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6C0"/>
                </a:solidFill>
                <a:latin typeface="Inter"/>
              </a:rPr>
              <a:t>and log your first match tonight.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86400"/>
            <a:ext cx="3291840" cy="594360"/>
          </a:xfrm>
          <a:prstGeom prst="round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START FREE TRIAL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486400"/>
            <a:ext cx="3291840" cy="594360"/>
          </a:xfrm>
          <a:prstGeom prst="roundRect">
            <a:avLst/>
          </a:prstGeom>
          <a:noFill/>
          <a:ln w="15875">
            <a:solidFill>
              <a:srgbClr val="1FA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A8E0"/>
                </a:solidFill>
                <a:latin typeface="Inter"/>
              </a:rPr>
              <a:t>BOOK A 15-MIN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A7895"/>
                </a:solidFill>
                <a:latin typeface="Inter"/>
              </a:rPr>
              <a:t>Replace the buttons with your real URLs in Canva.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6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Talent wins games.</a:t>
            </a:r>
          </a:p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Data wins seasons.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AA6C0"/>
                </a:solidFill>
                <a:latin typeface="Inter"/>
              </a:rPr>
              <a:t>Roster Intelligence  ·  Single Roster Edition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37760"/>
            <a:ext cx="640080" cy="45720"/>
          </a:xfrm>
          <a:prstGeom prst="rect">
            <a:avLst/>
          </a:prstGeom>
          <a:solidFill>
            <a:srgbClr val="1F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A8E0"/>
                </a:solidFill>
                <a:latin typeface="Inter"/>
              </a:rPr>
              <a:t>hello@yourdomain.com   ·   yourdomain.com   ·   @yourhandle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