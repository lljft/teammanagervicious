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32720" y="640080"/>
            <a:ext cx="1463040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20" y="786384"/>
            <a:ext cx="822960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0" y="877824"/>
            <a:ext cx="365760" cy="36576"/>
          </a:xfrm>
          <a:prstGeom prst="rect">
            <a:avLst/>
          </a:prstGeom>
          <a:solidFill>
            <a:srgbClr val="6A7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26771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ROSTER INTELLIGENCE  ·  ORGANIZATION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Run your esports org</a:t>
            </a:r>
          </a:p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like a professional team.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A unified roster, analytics and scouting platform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built for organizations, coaches and managers.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69280"/>
            <a:ext cx="3291840" cy="411480"/>
          </a:xfrm>
          <a:prstGeom prst="roundRect">
            <a:avLst/>
          </a:prstGeom>
          <a:noFill/>
          <a:ln w="1270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687568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ORGANIZATIONS  ·  MULTI-ROSTER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Confidential sales material   ·   Built for esports orgs, coaches &amp; competitive players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01  ·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Most esports orgs run on group chats and gut feel.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The data exists. It's just trapped in screenshots, DMs and a coach's 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Each roster tracks things differently — or not at all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Match history lives in chat, not in a system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Scouting is restarted from scratch every event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Coaching staff can't see what management sees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Performance reviews are vibes, not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256032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743200"/>
            <a:ext cx="73152" cy="1554480"/>
          </a:xfrm>
          <a:prstGeom prst="rect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&lt; 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amateur orgs keep structured match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43200"/>
            <a:ext cx="256032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0" y="274320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30175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5+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the average org juggles per roster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434840"/>
            <a:ext cx="530352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443484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7091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single source of truth for performance — until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02  ·  TODAY'S WORKFLOW IS LEAKING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Where time, knowledge and competitive edge get lost.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Information silos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Coaches, analysts and managers see different data — or none.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Manual aggregation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Hours per week spent rebuilding spreadsheets from scratch.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Lost institutional knowledge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Players leave; their match history leaves with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43484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Inconsistent 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Each game tracked with its own ad-hoc template.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43484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Slow scouting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Opponent prep restarts before every event.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443484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No accountability loop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 clear way to measure if interventions worked.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§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97480"/>
            <a:ext cx="64008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AA6C0"/>
                </a:solidFill>
                <a:latin typeface="Inter"/>
              </a:rP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One platform.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Every roster, every game, every match.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03  ·  PLATFORM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A single workspace for every roster your org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Roster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Multi-roster structure, players, roles, contracts, attendance.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Hero, map, mode, draft and player performance over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SCT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Scouting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Opponent profiles auto-built from your match history.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Org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Roles, permissions, audit trail and access by team.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04  ·  MULTI-ROSTER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Built around how real esports orgs are organized.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0" y="2743200"/>
            <a:ext cx="2286000" cy="64008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Organization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Main · Game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823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Academy · Game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287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Roster · Game 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5751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Roster · Game 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9215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256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97380" y="3383280"/>
            <a:ext cx="8503920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05  ·  GAME TEMPLATES &amp; STATS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Standardized data, customized per game.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Every game gets a template that captures the right metrics out of the box.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Hero shooters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Heroes, roles, maps, modes, comps, KDA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Tactical FPS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Agents, sides, maps, rounds, eco, plant/defuse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MOBAs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Heroes, lanes, picks, bans, objectives, KDA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3484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Battle royale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Squad, drop, placement, kills, rotations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443484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Sports / arcade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Score, mode, possession, custom KPIs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443484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Custom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Define your own template per roster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06  ·  ANALYTICS &amp; SCOUTING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Turn every match into intelligence — automatically.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68580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Coverage by analysis dimension (illustrative)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9359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Player performance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3675888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40" y="3675888"/>
            <a:ext cx="3474720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593592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Map / mode trends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151376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4151376"/>
            <a:ext cx="3364992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06908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4456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Hero / agent 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462686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4626864"/>
            <a:ext cx="3218688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54456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020056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Draft / B&amp;P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5102352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4640" y="5102352"/>
            <a:ext cx="3108960" cy="16459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502005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95544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Opponent profiles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5577840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34640" y="5577840"/>
            <a:ext cx="3291840" cy="16459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5495544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Player &amp; team trends across patches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Map and mode win-rates by side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Hero / agent picks, bans and counters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Opponent H2H built automatically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Draft phase analysis with priorities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07  ·  OPPONENT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Walk into every match knowing what they do — and what they don't.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Auto-built opponent profiles from your match history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Most-picked heroes / agents and ban tendencies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Map preferences and side win-rates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Patterns by stage, time of day, day of week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Notes from coaches and analysts on the same 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697480"/>
            <a:ext cx="530352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697480"/>
            <a:ext cx="5303520" cy="292608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788920"/>
            <a:ext cx="118872" cy="118872"/>
          </a:xfrm>
          <a:prstGeom prst="ellipse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93408" y="2788920"/>
            <a:ext cx="118872" cy="118872"/>
          </a:xfrm>
          <a:prstGeom prst="ellipse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48856" y="278892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55664" y="3044952"/>
            <a:ext cx="5193792" cy="3255264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pponents_page_1775904047714_5193792x3255264_1775904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3044952"/>
            <a:ext cx="5193792" cy="3255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64465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Opponent profile  ·  live product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08  ·  DRAFT / MAP / HERO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Three of the highest-leverage signals in competitive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7ECF5"/>
                </a:solidFill>
                <a:latin typeface="Inter"/>
              </a:rPr>
              <a:t>Draft / B&amp;P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6C0"/>
                </a:solidFill>
                <a:latin typeface="Inter"/>
              </a:rPr>
              <a:t>What gets banned first, what your roster wins on, and the comps you should target — by opponent.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43200"/>
            <a:ext cx="36576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7ECF5"/>
                </a:solidFill>
                <a:latin typeface="Inter"/>
              </a:rPr>
              <a:t>Map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6C0"/>
                </a:solidFill>
                <a:latin typeface="Inter"/>
              </a:rPr>
              <a:t>Side, mode and map win-rates. Identify your strongest pool and your weakest gap.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365760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7ECF5"/>
                </a:solidFill>
                <a:latin typeface="Inter"/>
              </a:rPr>
              <a:t>Hero / agent meta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6C0"/>
                </a:solidFill>
                <a:latin typeface="Inter"/>
              </a:rPr>
              <a:t>Personal pick-rates vs. real win-rates. Stop riding heroes that aren't actually working.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§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97480"/>
            <a:ext cx="64008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AA6C0"/>
                </a:solidFill>
                <a:latin typeface="Inter"/>
              </a:rPr>
              <a:t>OPERATE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Run the org.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Manage rosters, staff and access.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09  ·  TEAM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The everyday workflows your coaches and managers actually 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Per event, per player, with reasons and trends.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Event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Tournaments, scrims, VOD reviews — all linked to results.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VOD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VOD references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Attach links and notes directly to the match.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70916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CHT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Internal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Light context where work actually happens.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17720" y="470916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PLR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Player profiles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Roles, status, contact, performance in one place.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0" y="470916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Performance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Generate weekly / monthly read-outs in seconds.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10  ·  SCALING ACROSS STAFF &amp;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Your org can grow without your spreadsheets multiplying.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Add a 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New game, new line-up — set up in minutes from a template.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Invite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Coaches, analysts, managers, with per-roster access.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6188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Standardize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Same metrics, same definitions, every team.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9652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Roll up to org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Aggregate across rosters for leadership read-outs.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11  ·  SECURITY &amp;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Granular control over who sees what — by role, by roster.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Role-based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Owner, manager, coach, analyst, player — distinct permissions.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Per-roster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Limit a coach to their roster; managers see across.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Audit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Track key changes, additions and removals.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Data 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Your data, your export, your retention controls.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12  ·  WHY THIS MATTERS COMPETITIVELY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What changes for the org once the platform is in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672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Today (manual)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0" y="2743200"/>
            <a:ext cx="3688080" cy="563880"/>
          </a:xfrm>
          <a:prstGeom prst="rect">
            <a:avLst/>
          </a:prstGeom>
          <a:solidFill>
            <a:srgbClr val="1FA8E0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196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With the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Cross-roster visibility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3672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None — every roster is its own island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800" y="330708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96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Unified org view across all rosters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Match 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672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388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Lost when players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4800" y="387096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96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Persistent, searchable, owned by the org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Scouting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672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388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Restarted every event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443484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196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Auto-built from your own match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Performance review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672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388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Anecdotal, vibes-based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4800" y="499872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196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Quantified, consistent, comparable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Onboarding new staff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672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388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Months of context-building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4800" y="55626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196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Hours — the data is already there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13  ·  ROI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What organizations consistently get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8–12h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analyst / coach time saved per roster, per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74320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743200"/>
            <a:ext cx="73152" cy="15544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886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match history retained when players move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3484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70916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77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faster opponent prep vs. manual scouting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43484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443484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0916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577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single source of truth for the entire org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14  · 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Per-roster pricing tiered by game. Scales linearly across your org.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Lite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Free Fire, Fortnite, Apex, PUBG, EAFC, Rocket League, eFootball, Deadlock, TrackMania, fighting 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7ECF5"/>
                </a:solidFill>
                <a:latin typeface="Inter"/>
              </a:rPr>
              <a:t>$8 USD / month per 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3 months: $18  per roster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6 months: $31  per roster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staff seats per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All org features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3657600"/>
          </a:xfrm>
          <a:prstGeom prst="rect">
            <a:avLst/>
          </a:prstGeom>
          <a:solidFill>
            <a:srgbClr val="1E2C4A"/>
          </a:solidFill>
          <a:ln w="1905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2542032"/>
            <a:ext cx="1280160" cy="27432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542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Inter"/>
              </a:rPr>
              <a:t>RECOMMENDED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Dota 2, CS:GO, LoL, Mobile Legends, Honor of Kings, TFT, CrossFire, CoD Mobile, The Finals, Brawl Stars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A8E0"/>
                </a:solidFill>
                <a:latin typeface="Inter"/>
              </a:rPr>
              <a:t>$20 USD / month per roster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3 months: $45  per roster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6 months: $78  per roster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staff seats per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All org features included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Valorant, Overwatch, Rainbow Six Siege, Call of Duty, Marvel Rivals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7ECF5"/>
                </a:solidFill>
                <a:latin typeface="Inter"/>
              </a:rPr>
              <a:t>$40 USD / month per roster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3 months: $90  per roster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6 months: $156 per roster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staff seats per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All org features included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Website-only access (no roster analytics): $40 USD / month flat, org-wide.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176272"/>
            <a:ext cx="256032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103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26D55"/>
                </a:solidFill>
                <a:latin typeface="Inter"/>
              </a:rPr>
              <a:t>MOVE YOUR ORG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Bring every roster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into one professional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26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Pilot the platform with one roster. Roll it out across the org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once your staff has felt the difference.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3291840" cy="59436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START AN ORG 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486400"/>
            <a:ext cx="3291840" cy="594360"/>
          </a:xfrm>
          <a:prstGeom prst="roundRect">
            <a:avLst/>
          </a:prstGeom>
          <a:noFill/>
          <a:ln w="15875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BOOK A 30-MIN WALKTHROUGH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Replace the buttons with your real URLs in Canva.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Built for orgs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that play to win.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Roster Intelligence  ·  Organization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640080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hello@yourdomain.com   ·   yourdomain.com   ·   @yourhandle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